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Business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South region exceeded its Q1 revenue target by 5%.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South delivered $4.2M against a $4.0M target. Enterprise retention in South was 94%.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